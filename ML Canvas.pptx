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E9F76-2B60-BC83-3E60-4230992D2C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F7127-6BA7-3683-165D-AC352ACC67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12BCB-3694-F322-1955-98F4E7652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36432-C87C-4E0A-A467-ABC3250F8C7E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6E818-EED6-66CC-BEA2-150C16D0D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D1729-BB0A-984D-C285-0FADA6EDA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3BC9E-9C97-4DB7-99AA-0D376F619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453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69E37-DDE3-04C7-9D63-4E2CE04E1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3F6BF-66C7-C564-20AF-3CFB87D6B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E8D06-C304-06BF-E971-DC450CE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36432-C87C-4E0A-A467-ABC3250F8C7E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253FD-1629-56E6-C4C6-1708CD740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0C2AA-FCEC-A9D1-DD15-32993C6A9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3BC9E-9C97-4DB7-99AA-0D376F619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29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C9CBE-2DB5-57D9-8805-2F7BA06A8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6A8A6-8867-E194-8BF6-E5883957B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A7622-2FB2-5FDC-66A3-F6E9472CC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36432-C87C-4E0A-A467-ABC3250F8C7E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185D5-B1FD-CCC8-26CB-39CB9337F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C6CD2-9659-C6FA-8354-B9FE89CBE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3BC9E-9C97-4DB7-99AA-0D376F619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573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5F47E-9AD4-A17C-71D9-1FB7AE4FB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4EAAE-B6D9-08A8-FD62-FE5FDB3B93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82EE5B-9B67-4F50-E553-C224B7321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720D2-57F4-6799-449A-DC3054441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36432-C87C-4E0A-A467-ABC3250F8C7E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AC24E-DD10-E32D-53CF-16AED7935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92A123-E351-A28F-E77E-1442DC4CF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3BC9E-9C97-4DB7-99AA-0D376F619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826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BD32E-D19D-1702-12EB-009B37D74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97F68-EDFE-637A-D6E6-96800F78A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F1F4E-D05D-0751-0D8E-30F953042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5C7D53-4D99-9229-D333-8D61698AA2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567772-39C3-0D67-1684-627B03CAE4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1AA3A3-029A-4850-EAE3-456841588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36432-C87C-4E0A-A467-ABC3250F8C7E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C0EE1A-A94D-55A3-3A8A-DAAB976C9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174C68-B8BF-A1AD-6C22-AB10E423F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3BC9E-9C97-4DB7-99AA-0D376F619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373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6142E-EF5F-FF2E-22C3-1B7C7A376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4CB8D1-8052-4CAE-E1B6-C248D0AC5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36432-C87C-4E0A-A467-ABC3250F8C7E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049F4-2272-C24B-4CBD-1422A9840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3CCAAC-42FF-4015-1AD4-5BDD0C67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3BC9E-9C97-4DB7-99AA-0D376F619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69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E8E36F-907B-6FC5-62CF-B46110907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36432-C87C-4E0A-A467-ABC3250F8C7E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91950E-CDDB-1BF5-5377-33CD04CAF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CF4AB-00B4-1C53-6D5E-66A6CCB0C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3BC9E-9C97-4DB7-99AA-0D376F619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280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F4071-257F-5DE9-7376-EBA5B2E08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5DD94-F8FE-8895-5CA4-50352288F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58353-A40B-52AA-C0A3-0C3C3F038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5EA9A-5482-DE25-2579-5ABDCEDEB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36432-C87C-4E0A-A467-ABC3250F8C7E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25E1D-AC6A-C88E-5655-A09515097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DDE77-D61D-381A-06DB-B7BC855BF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3BC9E-9C97-4DB7-99AA-0D376F619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043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EB38A-1467-1CDE-5246-393623C85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97B396-5692-BB88-DD9B-B39380A84E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8F571D-E8AD-9290-3984-A5FB4DAE9E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48B4E-4FFC-2506-FA9A-60844D1B2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36432-C87C-4E0A-A467-ABC3250F8C7E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C820A-176E-2D39-6DF9-C38AB09B0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4E392-628F-3FF3-749B-16B006D3C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3BC9E-9C97-4DB7-99AA-0D376F619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68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423E0-391B-7839-CF17-7FABE6A27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BF9133-F6A9-5B0A-115F-EDD9BF4F9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40488-25F6-A47E-29C1-7D3727512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36432-C87C-4E0A-A467-ABC3250F8C7E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09E3B-F72E-2670-5453-322B68EE9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EDC6B-762F-1543-F2B4-1FA94612A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3BC9E-9C97-4DB7-99AA-0D376F619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895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A68738-EA51-9EB3-7946-BFE27D9539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D9B9A8-E751-0DBD-F95B-9E48911C8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9C1AC-AA2F-02F9-22EA-588A2A44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36432-C87C-4E0A-A467-ABC3250F8C7E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3882D-0145-875E-6117-FB77B253A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89260-F62D-BBD5-5CC2-5C6D4D698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3BC9E-9C97-4DB7-99AA-0D376F619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09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A7E2E0-9A85-15D6-4476-E9954A6EE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82E53-D49E-3FC7-394E-6BC7665CA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D3DF8-A8B2-864B-BD5E-1B30DE0B1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536432-C87C-4E0A-A467-ABC3250F8C7E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62078-9EDA-5C18-851A-FABBBEF0E2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F7B94-46A8-4AEE-E8C3-301E02D050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F3BC9E-9C97-4DB7-99AA-0D376F619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716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0B1B67-5C4A-C0BA-F4B1-921705BA3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822"/>
            <a:ext cx="12192000" cy="542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49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662DD2-03E0-C2F8-54A7-E0F070977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2788"/>
            <a:ext cx="12103510" cy="606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84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70EB40-2312-BC97-D8E4-570829B8A8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209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69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208D90A-F3BB-4957-E27F-97B816BA3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1747"/>
            <a:ext cx="12192000" cy="36207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7ACBF1-0209-DBCE-13AB-C72BE3127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9" y="3346100"/>
            <a:ext cx="12192000" cy="351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884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EEA815-63E1-590F-CE53-5060D68EF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6103"/>
            <a:ext cx="12192000" cy="588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755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Payal Dey</dc:creator>
  <cp:lastModifiedBy>Payal Dey</cp:lastModifiedBy>
  <cp:revision>1</cp:revision>
  <dcterms:created xsi:type="dcterms:W3CDTF">2025-12-02T15:21:55Z</dcterms:created>
  <dcterms:modified xsi:type="dcterms:W3CDTF">2025-12-02T15:57:48Z</dcterms:modified>
</cp:coreProperties>
</file>